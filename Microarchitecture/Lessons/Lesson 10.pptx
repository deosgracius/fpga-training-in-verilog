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12"/>
  </p:notesMasterIdLst>
  <p:handoutMasterIdLst>
    <p:handoutMasterId r:id="rId13"/>
  </p:handoutMasterIdLst>
  <p:sldIdLst>
    <p:sldId id="262" r:id="rId2"/>
    <p:sldId id="415" r:id="rId3"/>
    <p:sldId id="455" r:id="rId4"/>
    <p:sldId id="456" r:id="rId5"/>
    <p:sldId id="458" r:id="rId6"/>
    <p:sldId id="460" r:id="rId7"/>
    <p:sldId id="459" r:id="rId8"/>
    <p:sldId id="461" r:id="rId9"/>
    <p:sldId id="462" r:id="rId10"/>
    <p:sldId id="430" r:id="rId11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CBE"/>
    <a:srgbClr val="FF0000"/>
    <a:srgbClr val="66FF33"/>
    <a:srgbClr val="544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s.pitt.edu/" TargetMode="External"/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ECE4375 / 5375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Virtual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Management Unit (MMU)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Basic Idea</a:t>
            </a:r>
            <a:endParaRPr lang="en-US" b="1" u="sng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Allow the OS to give out more memory to software programs than its available in the system!</a:t>
            </a:r>
          </a:p>
          <a:p>
            <a:r>
              <a:rPr lang="en-US" dirty="0">
                <a:solidFill>
                  <a:srgbClr val="202124"/>
                </a:solidFill>
                <a:latin typeface="+mj-lt"/>
              </a:rPr>
              <a:t> </a:t>
            </a:r>
          </a:p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How is this Possible</a:t>
            </a:r>
            <a:r>
              <a:rPr lang="en-US" b="1" u="sng" dirty="0">
                <a:solidFill>
                  <a:srgbClr val="202124"/>
                </a:solidFill>
                <a:latin typeface="+mj-lt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Keep recently used stuff in physical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Move less recently used stuff to the disk drive.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Keeping this all transparent to the tasks/processes. These memory operations are handled by the 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CPU executes process B while process A waits for its memory transaction to complete. (Of course, CPU hardware cache helps a lot here).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Virtual Memory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66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4432299" y="1128152"/>
            <a:ext cx="440887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Program uses virtual addresses.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Addresses local to the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Hardware translates virtual addresses to physical addresses.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Translation is done by the Memory Management Unit (MMU).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On the same chip as the CPU cores.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Only physical addresses leave the CPU/MMU combination.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Virtual Memory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2AAF41-C561-8A58-C229-23667DED5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98" y="1311028"/>
            <a:ext cx="3635929" cy="460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56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4432299" y="1128152"/>
            <a:ext cx="440887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Virtual addresses mapped to physical addresses.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A unit of mapping is called a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Page table entry (PTE) contains translation for a single page.</a:t>
            </a:r>
          </a:p>
          <a:p>
            <a:endParaRPr lang="en-US" sz="2000" b="1" u="sng" dirty="0">
              <a:solidFill>
                <a:srgbClr val="202124"/>
              </a:solidFill>
              <a:latin typeface="+mj-lt"/>
            </a:endParaRPr>
          </a:p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Table translates virtual page number to physical page number.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Not all virtual memory has a physical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Not every physical page need to be used.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Virtual Memory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2AAF41-C561-8A58-C229-23667DED5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525" y="1311028"/>
            <a:ext cx="3594075" cy="460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10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657225" y="1128152"/>
            <a:ext cx="81839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Each Entry Contains: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Valid bit.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Page frame number.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Referenced bit (page in physical memory)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Dirty bit.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Protection information!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Virtual Memory – Page Table Entry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037CB-A7CD-DEA1-B9CD-412ABA94E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22" y="3812674"/>
            <a:ext cx="6631366" cy="173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09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657225" y="1128152"/>
            <a:ext cx="81839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Split address from CPU into two pieces.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Page number (p).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Index into page table.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Page table contains base address of page in physical memory.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Page offset (d).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Added to base address to get actual physical memory address.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Virtual Memory Mapping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714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Virtual Memory Mapping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54A495-D45A-D65F-F296-62891632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00" y="1611055"/>
            <a:ext cx="7610725" cy="439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4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657225" y="1013852"/>
            <a:ext cx="818395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Page table resides in main (physical)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CPU uses special registers for paging.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Page table base register (PTBR) points to the page 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Page table length register (PTLR) contains length of page table (used to restrict the maximum number of logical addresses)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Translating an address requires two memory accesses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First access reads the page table entry (PTE).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Second access reads the data / instruction from memory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To reduce the number of memory accesses: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Eliminate the first access by keeping a hardware cache called a translation lookaside buffer (TLB) of recently used page table entries.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Eliminate the second access by using the regular CPU cache (L1, L2, L3)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Implementing Page Tables in Hardware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84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4/13/2026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http://www.eecs.harvard.edu/cs146-246/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dirty="0">
                <a:hlinkClick r:id="rId3"/>
              </a:rPr>
              <a:t>https://cs.pitt.edu/</a:t>
            </a:r>
            <a:endParaRPr lang="en-US" altLang="en-US" dirty="0"/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15982</TotalTime>
  <Words>481</Words>
  <Application>Microsoft Office PowerPoint</Application>
  <PresentationFormat>On-screen Show (4:3)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2_Office Theme</vt:lpstr>
      <vt:lpstr>PowerPoint Presentation</vt:lpstr>
      <vt:lpstr>Presentation Outline</vt:lpstr>
      <vt:lpstr>Virtual Memory</vt:lpstr>
      <vt:lpstr>Virtual Memory</vt:lpstr>
      <vt:lpstr>Virtual Memory</vt:lpstr>
      <vt:lpstr>Virtual Memory – Page Table Entry</vt:lpstr>
      <vt:lpstr>Virtual Memory Mapping</vt:lpstr>
      <vt:lpstr>Virtual Memory Mapping</vt:lpstr>
      <vt:lpstr>Implementing Page Tables in Hardware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Bilbao, Argenis</cp:lastModifiedBy>
  <cp:revision>1513</cp:revision>
  <dcterms:created xsi:type="dcterms:W3CDTF">2007-11-05T15:07:41Z</dcterms:created>
  <dcterms:modified xsi:type="dcterms:W3CDTF">2026-04-13T13:04:02Z</dcterms:modified>
</cp:coreProperties>
</file>